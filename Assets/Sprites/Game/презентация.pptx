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6F687-6BCC-495A-AB59-15BE21B946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88AF5D-D04D-4604-B105-C6CC0F65AF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-63000"/>
            <a:ext cx="907164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1AD108-C309-4C31-B647-604C32A91C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8A19253-7E3B-446A-AB12-3CFF555116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6DDA549-D82A-4743-8044-759D1F7DA7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1C92AC9-9339-472E-AB91-0E05CCF25D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589600D-FC05-47B3-8D34-86679CEAA3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>
            <a:off x="10800" y="360"/>
            <a:ext cx="3235320" cy="5694120"/>
            <a:chOff x="10800" y="360"/>
            <a:chExt cx="3235320" cy="5694120"/>
          </a:xfrm>
        </p:grpSpPr>
        <p:sp>
          <p:nvSpPr>
            <p:cNvPr id="8" name=""/>
            <p:cNvSpPr/>
            <p:nvPr/>
          </p:nvSpPr>
          <p:spPr>
            <a:xfrm>
              <a:off x="10800" y="360"/>
              <a:ext cx="1851120" cy="1946880"/>
            </a:xfrm>
            <a:custGeom>
              <a:avLst/>
              <a:gdLst/>
              <a:ahLst/>
              <a:rect l="0" t="0" r="r" b="b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10800" y="2327760"/>
              <a:ext cx="2012760" cy="2030760"/>
            </a:xfrm>
            <a:custGeom>
              <a:avLst/>
              <a:gdLst/>
              <a:ahLst/>
              <a:rect l="0" t="0" r="r" b="b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10800" y="200520"/>
              <a:ext cx="3193560" cy="3239280"/>
            </a:xfrm>
            <a:custGeom>
              <a:avLst/>
              <a:gdLst/>
              <a:ahLst/>
              <a:rect l="0" t="0" r="r" b="b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10800" y="2680920"/>
              <a:ext cx="3235320" cy="2977560"/>
            </a:xfrm>
            <a:custGeom>
              <a:avLst/>
              <a:gdLst/>
              <a:ahLst/>
              <a:rect l="0" t="0" r="r" b="b"/>
              <a:pathLst>
                <a:path w="8987" h="8271">
                  <a:moveTo>
                    <a:pt x="7027" y="0"/>
                  </a:moveTo>
                  <a:lnTo>
                    <a:pt x="0" y="4585"/>
                  </a:lnTo>
                  <a:lnTo>
                    <a:pt x="0" y="8271"/>
                  </a:lnTo>
                  <a:lnTo>
                    <a:pt x="911" y="8271"/>
                  </a:lnTo>
                  <a:lnTo>
                    <a:pt x="8987" y="3002"/>
                  </a:lnTo>
                  <a:lnTo>
                    <a:pt x="7027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277560" y="4977000"/>
              <a:ext cx="1568160" cy="717480"/>
            </a:xfrm>
            <a:custGeom>
              <a:avLst/>
              <a:gdLst/>
              <a:ahLst/>
              <a:rect l="0" t="0" r="r" b="b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0800" y="360"/>
              <a:ext cx="1398960" cy="912960"/>
            </a:xfrm>
            <a:custGeom>
              <a:avLst/>
              <a:gdLst/>
              <a:ahLst/>
              <a:rect l="0" t="0" r="r" b="b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80000" y="260280"/>
            <a:ext cx="9720000" cy="65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прав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ки 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текст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а 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загла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вия 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щёлк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ните 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мыш</a:t>
            </a: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40000" y="1374480"/>
            <a:ext cx="936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" name=""/>
          <p:cNvSpPr/>
          <p:nvPr/>
        </p:nvSpPr>
        <p:spPr>
          <a:xfrm>
            <a:off x="10800" y="5669640"/>
            <a:ext cx="10068840" cy="10440"/>
          </a:xfrm>
          <a:custGeom>
            <a:avLst/>
            <a:gdLst/>
            <a:ahLst/>
            <a:rect l="0" t="0" r="r" b="b"/>
            <a:pathLst>
              <a:path w="27969" h="29">
                <a:moveTo>
                  <a:pt x="0" y="0"/>
                </a:moveTo>
                <a:lnTo>
                  <a:pt x="27969" y="0"/>
                </a:lnTo>
                <a:lnTo>
                  <a:pt x="2796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-34560" bIns="-3456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title"/>
          </p:nvPr>
        </p:nvSpPr>
        <p:spPr>
          <a:xfrm rot="5391000">
            <a:off x="6879600" y="2340720"/>
            <a:ext cx="434376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6500" spc="-1" strike="noStrike">
                <a:solidFill>
                  <a:srgbClr val="fe7130"/>
                </a:solidFill>
                <a:latin typeface="Noto Sans"/>
              </a:rPr>
              <a:t>CO</a:t>
            </a:r>
            <a:r>
              <a:rPr b="0" lang="ru-RU" sz="6500" spc="-1" strike="noStrike">
                <a:solidFill>
                  <a:srgbClr val="fe7130"/>
                </a:solidFill>
                <a:latin typeface="Noto Sans"/>
              </a:rPr>
              <a:t>NT</a:t>
            </a:r>
            <a:r>
              <a:rPr b="0" lang="ru-RU" sz="6500" spc="-1" strike="noStrike">
                <a:solidFill>
                  <a:srgbClr val="fe7130"/>
                </a:solidFill>
                <a:latin typeface="Noto Sans"/>
              </a:rPr>
              <a:t>EN</a:t>
            </a:r>
            <a:r>
              <a:rPr b="0" lang="ru-RU" sz="6500" spc="-1" strike="noStrike">
                <a:solidFill>
                  <a:srgbClr val="fe7130"/>
                </a:solidFill>
                <a:latin typeface="Noto Sans"/>
              </a:rPr>
              <a:t>T</a:t>
            </a:r>
            <a:endParaRPr b="0" lang="ru-RU" sz="65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"/>
          <p:cNvGrpSpPr/>
          <p:nvPr/>
        </p:nvGrpSpPr>
        <p:grpSpPr>
          <a:xfrm>
            <a:off x="1190520" y="664200"/>
            <a:ext cx="2409840" cy="4373280"/>
            <a:chOff x="1190520" y="664200"/>
            <a:chExt cx="2409840" cy="4373280"/>
          </a:xfrm>
        </p:grpSpPr>
        <p:sp>
          <p:nvSpPr>
            <p:cNvPr id="21" name=""/>
            <p:cNvSpPr/>
            <p:nvPr/>
          </p:nvSpPr>
          <p:spPr>
            <a:xfrm>
              <a:off x="20772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119052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2077200" y="26427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119052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20772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190520" y="15357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20772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19052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8360" y="31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68360" y="13917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" name=""/>
          <p:cNvSpPr/>
          <p:nvPr/>
        </p:nvSpPr>
        <p:spPr>
          <a:xfrm>
            <a:off x="14040" y="5667120"/>
            <a:ext cx="10068840" cy="0"/>
          </a:xfrm>
          <a:custGeom>
            <a:avLst/>
            <a:gdLst/>
            <a:ahLst/>
            <a:rect l="0" t="0" r="r" b="b"/>
            <a:pathLst>
              <a:path w="27969" h="0">
                <a:moveTo>
                  <a:pt x="0" y="0"/>
                </a:moveTo>
                <a:lnTo>
                  <a:pt x="27969" y="0"/>
                </a:lnTo>
                <a:lnTo>
                  <a:pt x="27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-45000" bIns="-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32" name=""/>
          <p:cNvGrpSpPr/>
          <p:nvPr/>
        </p:nvGrpSpPr>
        <p:grpSpPr>
          <a:xfrm>
            <a:off x="9783000" y="208080"/>
            <a:ext cx="80640" cy="5249520"/>
            <a:chOff x="9783000" y="208080"/>
            <a:chExt cx="80640" cy="5249520"/>
          </a:xfrm>
        </p:grpSpPr>
        <p:sp>
          <p:nvSpPr>
            <p:cNvPr id="33" name=""/>
            <p:cNvSpPr/>
            <p:nvPr/>
          </p:nvSpPr>
          <p:spPr>
            <a:xfrm>
              <a:off x="9783000" y="28908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5"/>
                  </a:lnTo>
                  <a:lnTo>
                    <a:pt x="162" y="212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2"/>
                  </a:lnTo>
                  <a:lnTo>
                    <a:pt x="155" y="9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7"/>
                  </a:lnTo>
                  <a:lnTo>
                    <a:pt x="33" y="32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6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1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2"/>
                  </a:lnTo>
                  <a:lnTo>
                    <a:pt x="69" y="215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9783000" y="30819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5"/>
                  </a:lnTo>
                  <a:lnTo>
                    <a:pt x="162" y="212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2"/>
                  </a:lnTo>
                  <a:lnTo>
                    <a:pt x="155" y="9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9"/>
                  </a:lnTo>
                  <a:lnTo>
                    <a:pt x="63" y="12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3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8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7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2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7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783000" y="2503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6"/>
                  </a:lnTo>
                  <a:lnTo>
                    <a:pt x="162" y="213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1"/>
                  </a:lnTo>
                  <a:lnTo>
                    <a:pt x="155" y="8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7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2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9783000" y="26946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6"/>
                  </a:lnTo>
                  <a:lnTo>
                    <a:pt x="162" y="213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1"/>
                  </a:lnTo>
                  <a:lnTo>
                    <a:pt x="155" y="8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6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1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10440">
              <a:solidFill>
                <a:srgbClr val="f8b6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50040" bIns="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1044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50040" bIns="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360" y="546552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&lt;дата/время&gt;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&lt;нижний колонтитул&gt;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1FE23EBB-07DD-4497-88B0-C784549FD463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&lt;номер&gt;</a:t>
            </a:fld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47" name=""/>
          <p:cNvGrpSpPr/>
          <p:nvPr/>
        </p:nvGrpSpPr>
        <p:grpSpPr>
          <a:xfrm>
            <a:off x="2416320" y="215640"/>
            <a:ext cx="5248800" cy="80640"/>
            <a:chOff x="2416320" y="215640"/>
            <a:chExt cx="5248800" cy="80640"/>
          </a:xfrm>
        </p:grpSpPr>
        <p:sp>
          <p:nvSpPr>
            <p:cNvPr id="48" name=""/>
            <p:cNvSpPr/>
            <p:nvPr/>
          </p:nvSpPr>
          <p:spPr>
            <a:xfrm>
              <a:off x="509832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528984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710960" y="21564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223" y="112"/>
                  </a:moveTo>
                  <a:cubicBezTo>
                    <a:pt x="223" y="93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4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90212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6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3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33016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241632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54" name=""/>
          <p:cNvGrpSpPr/>
          <p:nvPr/>
        </p:nvGrpSpPr>
        <p:grpSpPr>
          <a:xfrm>
            <a:off x="2383560" y="5446080"/>
            <a:ext cx="5248800" cy="80640"/>
            <a:chOff x="2383560" y="5446080"/>
            <a:chExt cx="5248800" cy="80640"/>
          </a:xfrm>
        </p:grpSpPr>
        <p:sp>
          <p:nvSpPr>
            <p:cNvPr id="55" name=""/>
            <p:cNvSpPr/>
            <p:nvPr/>
          </p:nvSpPr>
          <p:spPr>
            <a:xfrm>
              <a:off x="490212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3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6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710960" y="544608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ubicBezTo>
                    <a:pt x="223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4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528984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509832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2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38356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29740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997920"/>
            <a:ext cx="2520360" cy="3674520"/>
          </a:xfrm>
          <a:custGeom>
            <a:avLst/>
            <a:gdLst/>
            <a:ahLst/>
            <a:rect l="0" t="0" r="r" b="b"/>
            <a:pathLst>
              <a:path w="7001" h="10207">
                <a:moveTo>
                  <a:pt x="0" y="0"/>
                </a:moveTo>
                <a:cubicBezTo>
                  <a:pt x="2334" y="0"/>
                  <a:pt x="4667" y="0"/>
                  <a:pt x="7001" y="0"/>
                </a:cubicBezTo>
                <a:cubicBezTo>
                  <a:pt x="7001" y="3402"/>
                  <a:pt x="7001" y="6805"/>
                  <a:pt x="7001" y="10207"/>
                </a:cubicBezTo>
                <a:cubicBezTo>
                  <a:pt x="4667" y="10207"/>
                  <a:pt x="2334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4" name=""/>
          <p:cNvSpPr/>
          <p:nvPr/>
        </p:nvSpPr>
        <p:spPr>
          <a:xfrm>
            <a:off x="2520360" y="997920"/>
            <a:ext cx="2520000" cy="3674520"/>
          </a:xfrm>
          <a:custGeom>
            <a:avLst/>
            <a:gdLst/>
            <a:ahLst/>
            <a:rect l="0" t="0" r="r" b="b"/>
            <a:pathLst>
              <a:path w="7000" h="10207">
                <a:moveTo>
                  <a:pt x="0" y="0"/>
                </a:moveTo>
                <a:cubicBezTo>
                  <a:pt x="2333" y="0"/>
                  <a:pt x="4667" y="0"/>
                  <a:pt x="7000" y="0"/>
                </a:cubicBezTo>
                <a:cubicBezTo>
                  <a:pt x="7000" y="3402"/>
                  <a:pt x="7000" y="6805"/>
                  <a:pt x="7000" y="10207"/>
                </a:cubicBezTo>
                <a:cubicBezTo>
                  <a:pt x="4667" y="10207"/>
                  <a:pt x="2333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5" name=""/>
          <p:cNvSpPr/>
          <p:nvPr/>
        </p:nvSpPr>
        <p:spPr>
          <a:xfrm>
            <a:off x="5040360" y="997920"/>
            <a:ext cx="2520360" cy="3674520"/>
          </a:xfrm>
          <a:custGeom>
            <a:avLst/>
            <a:gdLst/>
            <a:ahLst/>
            <a:rect l="0" t="0" r="r" b="b"/>
            <a:pathLst>
              <a:path w="7001" h="10207">
                <a:moveTo>
                  <a:pt x="0" y="0"/>
                </a:moveTo>
                <a:cubicBezTo>
                  <a:pt x="2334" y="0"/>
                  <a:pt x="4667" y="0"/>
                  <a:pt x="7001" y="0"/>
                </a:cubicBezTo>
                <a:cubicBezTo>
                  <a:pt x="7001" y="3402"/>
                  <a:pt x="7001" y="6805"/>
                  <a:pt x="7001" y="10207"/>
                </a:cubicBezTo>
                <a:cubicBezTo>
                  <a:pt x="4667" y="10207"/>
                  <a:pt x="2334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6" name=""/>
          <p:cNvSpPr/>
          <p:nvPr/>
        </p:nvSpPr>
        <p:spPr>
          <a:xfrm>
            <a:off x="7560720" y="997920"/>
            <a:ext cx="2518920" cy="3674520"/>
          </a:xfrm>
          <a:custGeom>
            <a:avLst/>
            <a:gdLst/>
            <a:ahLst/>
            <a:rect l="0" t="0" r="r" b="b"/>
            <a:pathLst>
              <a:path w="6997" h="10207">
                <a:moveTo>
                  <a:pt x="0" y="0"/>
                </a:moveTo>
                <a:cubicBezTo>
                  <a:pt x="2332" y="0"/>
                  <a:pt x="4665" y="0"/>
                  <a:pt x="6997" y="0"/>
                </a:cubicBezTo>
                <a:cubicBezTo>
                  <a:pt x="6997" y="3402"/>
                  <a:pt x="6997" y="6805"/>
                  <a:pt x="6997" y="10207"/>
                </a:cubicBezTo>
                <a:cubicBezTo>
                  <a:pt x="4665" y="10207"/>
                  <a:pt x="2332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&lt;дата/время&gt;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&lt;нижний колонтитул&gt;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36649458-5D88-4259-9426-3ECC8E734B8C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&lt;номер&gt;</a:t>
            </a:fld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72" name=""/>
          <p:cNvGrpSpPr/>
          <p:nvPr/>
        </p:nvGrpSpPr>
        <p:grpSpPr>
          <a:xfrm>
            <a:off x="2416680" y="215640"/>
            <a:ext cx="5248800" cy="80640"/>
            <a:chOff x="2416680" y="215640"/>
            <a:chExt cx="5248800" cy="80640"/>
          </a:xfrm>
        </p:grpSpPr>
        <p:sp>
          <p:nvSpPr>
            <p:cNvPr id="73" name=""/>
            <p:cNvSpPr/>
            <p:nvPr/>
          </p:nvSpPr>
          <p:spPr>
            <a:xfrm>
              <a:off x="509868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529020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711320" y="21564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223" y="112"/>
                  </a:moveTo>
                  <a:cubicBezTo>
                    <a:pt x="223" y="93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4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490248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6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3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533052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241668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79" name=""/>
          <p:cNvGrpSpPr/>
          <p:nvPr/>
        </p:nvGrpSpPr>
        <p:grpSpPr>
          <a:xfrm>
            <a:off x="2383920" y="5446080"/>
            <a:ext cx="5248800" cy="80640"/>
            <a:chOff x="2383920" y="5446080"/>
            <a:chExt cx="5248800" cy="80640"/>
          </a:xfrm>
        </p:grpSpPr>
        <p:sp>
          <p:nvSpPr>
            <p:cNvPr id="80" name=""/>
            <p:cNvSpPr/>
            <p:nvPr/>
          </p:nvSpPr>
          <p:spPr>
            <a:xfrm>
              <a:off x="490248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3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6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4711320" y="544608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ubicBezTo>
                    <a:pt x="223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4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529020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509868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2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238392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529776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"/>
          <p:cNvGrpSpPr/>
          <p:nvPr/>
        </p:nvGrpSpPr>
        <p:grpSpPr>
          <a:xfrm>
            <a:off x="6216120" y="658800"/>
            <a:ext cx="2409840" cy="4373280"/>
            <a:chOff x="6216120" y="658800"/>
            <a:chExt cx="2409840" cy="4373280"/>
          </a:xfrm>
        </p:grpSpPr>
        <p:sp>
          <p:nvSpPr>
            <p:cNvPr id="89" name=""/>
            <p:cNvSpPr/>
            <p:nvPr/>
          </p:nvSpPr>
          <p:spPr>
            <a:xfrm>
              <a:off x="7102800" y="8060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6216120" y="16776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7102800" y="26373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6216120" y="35089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7102800" y="6588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6216120" y="15303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7102800" y="24904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6216120" y="33616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9" name=""/>
          <p:cNvSpPr/>
          <p:nvPr/>
        </p:nvSpPr>
        <p:spPr>
          <a:xfrm>
            <a:off x="9758160" y="289404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2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2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e54b87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0" name=""/>
          <p:cNvSpPr/>
          <p:nvPr/>
        </p:nvSpPr>
        <p:spPr>
          <a:xfrm>
            <a:off x="9758160" y="308556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1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f8b621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1" name=""/>
          <p:cNvSpPr/>
          <p:nvPr/>
        </p:nvSpPr>
        <p:spPr>
          <a:xfrm>
            <a:off x="9758160" y="250668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8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4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1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8"/>
                  <a:pt x="92" y="224"/>
                  <a:pt x="112" y="224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2" name=""/>
          <p:cNvSpPr/>
          <p:nvPr/>
        </p:nvSpPr>
        <p:spPr>
          <a:xfrm>
            <a:off x="9758160" y="269784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6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3"/>
                  <a:pt x="0" y="112"/>
                </a:cubicBezTo>
                <a:cubicBezTo>
                  <a:pt x="0" y="132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3" name=""/>
          <p:cNvSpPr/>
          <p:nvPr/>
        </p:nvSpPr>
        <p:spPr>
          <a:xfrm>
            <a:off x="9798480" y="3125880"/>
            <a:ext cx="0" cy="2334600"/>
          </a:xfrm>
          <a:custGeom>
            <a:avLst/>
            <a:gdLst/>
            <a:ahLst/>
            <a:rect l="0" t="0" r="r" b="b"/>
            <a:pathLst>
              <a:path fill="none" w="0" h="6485">
                <a:moveTo>
                  <a:pt x="0" y="0"/>
                </a:moveTo>
                <a:cubicBezTo>
                  <a:pt x="0" y="2162"/>
                  <a:pt x="0" y="4323"/>
                  <a:pt x="0" y="6485"/>
                </a:cubicBezTo>
              </a:path>
            </a:pathLst>
          </a:custGeom>
          <a:ln cap="rnd" w="10440">
            <a:solidFill>
              <a:srgbClr val="f8b621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4" name=""/>
          <p:cNvSpPr/>
          <p:nvPr/>
        </p:nvSpPr>
        <p:spPr>
          <a:xfrm>
            <a:off x="9798480" y="212040"/>
            <a:ext cx="0" cy="2334960"/>
          </a:xfrm>
          <a:custGeom>
            <a:avLst/>
            <a:gdLst/>
            <a:ahLst/>
            <a:rect l="0" t="0" r="r" b="b"/>
            <a:pathLst>
              <a:path fill="none" w="0" h="6486">
                <a:moveTo>
                  <a:pt x="0" y="0"/>
                </a:moveTo>
                <a:cubicBezTo>
                  <a:pt x="0" y="2162"/>
                  <a:pt x="0" y="4324"/>
                  <a:pt x="0" y="6486"/>
                </a:cubicBezTo>
              </a:path>
            </a:pathLst>
          </a:custGeom>
          <a:ln cap="rnd" w="10440">
            <a:solidFill>
              <a:srgbClr val="7f59ae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720" y="546588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381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494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8" name=""/>
          <p:cNvSpPr/>
          <p:nvPr/>
        </p:nvSpPr>
        <p:spPr>
          <a:xfrm>
            <a:off x="4038480" y="0"/>
            <a:ext cx="6040080" cy="5633280"/>
          </a:xfrm>
          <a:custGeom>
            <a:avLst/>
            <a:gdLst/>
            <a:ahLst/>
            <a:rect l="0" t="0" r="r" b="b"/>
            <a:pathLst>
              <a:path w="16778" h="15648">
                <a:moveTo>
                  <a:pt x="16778" y="0"/>
                </a:moveTo>
                <a:cubicBezTo>
                  <a:pt x="16778" y="5216"/>
                  <a:pt x="16778" y="10432"/>
                  <a:pt x="16778" y="15648"/>
                </a:cubicBezTo>
                <a:cubicBezTo>
                  <a:pt x="11186" y="15648"/>
                  <a:pt x="5593" y="15648"/>
                  <a:pt x="0" y="15648"/>
                </a:cubicBezTo>
                <a:cubicBezTo>
                  <a:pt x="0" y="3267"/>
                  <a:pt x="11861" y="0"/>
                  <a:pt x="16778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109" name=""/>
          <p:cNvGrpSpPr/>
          <p:nvPr/>
        </p:nvGrpSpPr>
        <p:grpSpPr>
          <a:xfrm>
            <a:off x="2452320" y="144000"/>
            <a:ext cx="5224320" cy="80280"/>
            <a:chOff x="2452320" y="144000"/>
            <a:chExt cx="5224320" cy="80280"/>
          </a:xfrm>
        </p:grpSpPr>
        <p:sp>
          <p:nvSpPr>
            <p:cNvPr id="110" name=""/>
            <p:cNvSpPr/>
            <p:nvPr/>
          </p:nvSpPr>
          <p:spPr>
            <a:xfrm>
              <a:off x="512208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0" y="0"/>
                    <a:pt x="111" y="0"/>
                  </a:cubicBezTo>
                  <a:cubicBezTo>
                    <a:pt x="91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2" y="217"/>
                    <a:pt x="92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531252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473616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3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4926960" y="144000"/>
              <a:ext cx="79920" cy="80280"/>
            </a:xfrm>
            <a:custGeom>
              <a:avLst/>
              <a:gdLst/>
              <a:ahLst/>
              <a:rect l="0" t="0" r="r" b="b"/>
              <a:pathLst>
                <a:path w="222" h="223">
                  <a:moveTo>
                    <a:pt x="222" y="111"/>
                  </a:moveTo>
                  <a:cubicBezTo>
                    <a:pt x="222" y="92"/>
                    <a:pt x="217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1" y="0"/>
                  </a:cubicBezTo>
                  <a:cubicBezTo>
                    <a:pt x="91" y="0"/>
                    <a:pt x="72" y="5"/>
                    <a:pt x="55" y="15"/>
                  </a:cubicBezTo>
                  <a:cubicBezTo>
                    <a:pt x="38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4" y="184"/>
                    <a:pt x="38" y="198"/>
                    <a:pt x="55" y="208"/>
                  </a:cubicBezTo>
                  <a:cubicBezTo>
                    <a:pt x="72" y="217"/>
                    <a:pt x="91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7" y="150"/>
                    <a:pt x="222" y="131"/>
                    <a:pt x="222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5352840" y="183960"/>
              <a:ext cx="2323800" cy="0"/>
            </a:xfrm>
            <a:custGeom>
              <a:avLst/>
              <a:gdLst/>
              <a:ahLst/>
              <a:rect l="0" t="0" r="r" b="b"/>
              <a:pathLst>
                <a:path fill="none" w="6455" h="0">
                  <a:moveTo>
                    <a:pt x="0" y="0"/>
                  </a:moveTo>
                  <a:cubicBezTo>
                    <a:pt x="2152" y="0"/>
                    <a:pt x="4303" y="0"/>
                    <a:pt x="6455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2452320" y="183960"/>
              <a:ext cx="2324160" cy="0"/>
            </a:xfrm>
            <a:custGeom>
              <a:avLst/>
              <a:gdLst/>
              <a:ahLst/>
              <a:rect l="0" t="0" r="r" b="b"/>
              <a:pathLst>
                <a:path fill="none" w="6456" h="0">
                  <a:moveTo>
                    <a:pt x="0" y="0"/>
                  </a:moveTo>
                  <a:cubicBezTo>
                    <a:pt x="2152" y="0"/>
                    <a:pt x="4304" y="0"/>
                    <a:pt x="645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16" name=""/>
          <p:cNvGrpSpPr/>
          <p:nvPr/>
        </p:nvGrpSpPr>
        <p:grpSpPr>
          <a:xfrm>
            <a:off x="4706280" y="393480"/>
            <a:ext cx="4761720" cy="4761360"/>
            <a:chOff x="4706280" y="393480"/>
            <a:chExt cx="4761720" cy="4761360"/>
          </a:xfrm>
        </p:grpSpPr>
        <p:sp>
          <p:nvSpPr>
            <p:cNvPr id="117" name=""/>
            <p:cNvSpPr/>
            <p:nvPr/>
          </p:nvSpPr>
          <p:spPr>
            <a:xfrm>
              <a:off x="4706280" y="393480"/>
              <a:ext cx="4761720" cy="4761360"/>
            </a:xfrm>
            <a:custGeom>
              <a:avLst/>
              <a:gdLst/>
              <a:ahLst/>
              <a:rect l="0" t="0" r="r" b="b"/>
              <a:pathLst>
                <a:path w="13227" h="13226">
                  <a:moveTo>
                    <a:pt x="0" y="0"/>
                  </a:moveTo>
                  <a:cubicBezTo>
                    <a:pt x="4409" y="0"/>
                    <a:pt x="8818" y="0"/>
                    <a:pt x="13227" y="0"/>
                  </a:cubicBezTo>
                  <a:cubicBezTo>
                    <a:pt x="13227" y="4409"/>
                    <a:pt x="13227" y="8817"/>
                    <a:pt x="13227" y="13226"/>
                  </a:cubicBezTo>
                  <a:cubicBezTo>
                    <a:pt x="8818" y="13226"/>
                    <a:pt x="4409" y="13226"/>
                    <a:pt x="0" y="13226"/>
                  </a:cubicBezTo>
                  <a:cubicBezTo>
                    <a:pt x="0" y="8817"/>
                    <a:pt x="0" y="4409"/>
                    <a:pt x="0" y="0"/>
                  </a:cubicBezTo>
                  <a:close/>
                </a:path>
              </a:pathLst>
            </a:custGeom>
            <a:noFill/>
            <a:ln cap="rnd" w="56880">
              <a:solidFill>
                <a:srgbClr val="60c4e4"/>
              </a:solidFill>
              <a:round/>
            </a:ln>
          </p:spPr>
          <p:txBody>
            <a:bodyPr lIns="118440" rIns="118440" tIns="73440" bIns="734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4989960" y="677520"/>
              <a:ext cx="4194000" cy="4193280"/>
            </a:xfrm>
            <a:custGeom>
              <a:avLst/>
              <a:gdLst/>
              <a:ahLst/>
              <a:rect l="0" t="0" r="r" b="b"/>
              <a:pathLst>
                <a:path w="11650" h="11648">
                  <a:moveTo>
                    <a:pt x="0" y="0"/>
                  </a:moveTo>
                  <a:cubicBezTo>
                    <a:pt x="3883" y="0"/>
                    <a:pt x="7766" y="0"/>
                    <a:pt x="11650" y="0"/>
                  </a:cubicBezTo>
                  <a:cubicBezTo>
                    <a:pt x="11650" y="3883"/>
                    <a:pt x="11650" y="7766"/>
                    <a:pt x="11650" y="11648"/>
                  </a:cubicBezTo>
                  <a:cubicBezTo>
                    <a:pt x="7766" y="11648"/>
                    <a:pt x="3883" y="11648"/>
                    <a:pt x="0" y="11648"/>
                  </a:cubicBezTo>
                  <a:cubicBezTo>
                    <a:pt x="0" y="7766"/>
                    <a:pt x="0" y="3883"/>
                    <a:pt x="0" y="0"/>
                  </a:cubicBezTo>
                  <a:close/>
                </a:path>
              </a:pathLst>
            </a:custGeom>
            <a:noFill/>
            <a:ln cap="rnd" w="56880">
              <a:solidFill>
                <a:srgbClr val="60c4e4"/>
              </a:solidFill>
              <a:round/>
            </a:ln>
          </p:spPr>
          <p:txBody>
            <a:bodyPr lIns="118440" rIns="118440" tIns="73440" bIns="734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19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&lt;дата/время&gt;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&lt;нижний колонтитул&gt;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CD508096-90F8-4DCC-B050-7CEADAAB3DD5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&lt;номер&gt;</a:t>
            </a:fld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220000" y="226080"/>
            <a:ext cx="4355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220000" y="1326600"/>
            <a:ext cx="4355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368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6280" y="1395000"/>
            <a:ext cx="3248640" cy="3056040"/>
          </a:xfrm>
          <a:custGeom>
            <a:avLst/>
            <a:gdLst/>
            <a:ahLst/>
            <a:rect l="0" t="0" r="r" b="b"/>
            <a:pathLst>
              <a:path w="9024" h="8489">
                <a:moveTo>
                  <a:pt x="0" y="0"/>
                </a:moveTo>
                <a:cubicBezTo>
                  <a:pt x="3008" y="0"/>
                  <a:pt x="6016" y="0"/>
                  <a:pt x="9024" y="0"/>
                </a:cubicBezTo>
                <a:cubicBezTo>
                  <a:pt x="9024" y="2830"/>
                  <a:pt x="9024" y="5660"/>
                  <a:pt x="9024" y="8489"/>
                </a:cubicBezTo>
                <a:cubicBezTo>
                  <a:pt x="6016" y="8489"/>
                  <a:pt x="3008" y="8489"/>
                  <a:pt x="0" y="8489"/>
                </a:cubicBezTo>
                <a:cubicBezTo>
                  <a:pt x="0" y="5660"/>
                  <a:pt x="0" y="283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2452320" y="143640"/>
            <a:ext cx="5224320" cy="80280"/>
            <a:chOff x="2452320" y="143640"/>
            <a:chExt cx="5224320" cy="80280"/>
          </a:xfrm>
        </p:grpSpPr>
        <p:sp>
          <p:nvSpPr>
            <p:cNvPr id="126" name=""/>
            <p:cNvSpPr/>
            <p:nvPr/>
          </p:nvSpPr>
          <p:spPr>
            <a:xfrm>
              <a:off x="512208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0" y="0"/>
                    <a:pt x="111" y="0"/>
                  </a:cubicBezTo>
                  <a:cubicBezTo>
                    <a:pt x="91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2" y="217"/>
                    <a:pt x="92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531252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473616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3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4926960" y="143640"/>
              <a:ext cx="79920" cy="80280"/>
            </a:xfrm>
            <a:custGeom>
              <a:avLst/>
              <a:gdLst/>
              <a:ahLst/>
              <a:rect l="0" t="0" r="r" b="b"/>
              <a:pathLst>
                <a:path w="222" h="223">
                  <a:moveTo>
                    <a:pt x="222" y="111"/>
                  </a:moveTo>
                  <a:cubicBezTo>
                    <a:pt x="222" y="92"/>
                    <a:pt x="217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1" y="0"/>
                  </a:cubicBezTo>
                  <a:cubicBezTo>
                    <a:pt x="91" y="0"/>
                    <a:pt x="72" y="5"/>
                    <a:pt x="55" y="15"/>
                  </a:cubicBezTo>
                  <a:cubicBezTo>
                    <a:pt x="38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4" y="184"/>
                    <a:pt x="38" y="198"/>
                    <a:pt x="55" y="208"/>
                  </a:cubicBezTo>
                  <a:cubicBezTo>
                    <a:pt x="72" y="217"/>
                    <a:pt x="91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7" y="150"/>
                    <a:pt x="222" y="131"/>
                    <a:pt x="222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5352840" y="183600"/>
              <a:ext cx="2323800" cy="0"/>
            </a:xfrm>
            <a:custGeom>
              <a:avLst/>
              <a:gdLst/>
              <a:ahLst/>
              <a:rect l="0" t="0" r="r" b="b"/>
              <a:pathLst>
                <a:path fill="none" w="6455" h="0">
                  <a:moveTo>
                    <a:pt x="0" y="0"/>
                  </a:moveTo>
                  <a:cubicBezTo>
                    <a:pt x="2152" y="0"/>
                    <a:pt x="4303" y="0"/>
                    <a:pt x="6455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2452320" y="183600"/>
              <a:ext cx="2324160" cy="0"/>
            </a:xfrm>
            <a:custGeom>
              <a:avLst/>
              <a:gdLst/>
              <a:ahLst/>
              <a:rect l="0" t="0" r="r" b="b"/>
              <a:pathLst>
                <a:path fill="none" w="6456" h="0">
                  <a:moveTo>
                    <a:pt x="0" y="0"/>
                  </a:moveTo>
                  <a:cubicBezTo>
                    <a:pt x="2152" y="0"/>
                    <a:pt x="4304" y="0"/>
                    <a:pt x="645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32" name=""/>
          <p:cNvSpPr/>
          <p:nvPr/>
        </p:nvSpPr>
        <p:spPr>
          <a:xfrm>
            <a:off x="699840" y="565920"/>
            <a:ext cx="4245480" cy="4563360"/>
          </a:xfrm>
          <a:custGeom>
            <a:avLst/>
            <a:gdLst/>
            <a:ahLst/>
            <a:rect l="0" t="0" r="r" b="b"/>
            <a:pathLst>
              <a:path w="11793" h="12676">
                <a:moveTo>
                  <a:pt x="0" y="0"/>
                </a:moveTo>
                <a:cubicBezTo>
                  <a:pt x="3931" y="0"/>
                  <a:pt x="7862" y="0"/>
                  <a:pt x="11793" y="0"/>
                </a:cubicBezTo>
                <a:cubicBezTo>
                  <a:pt x="11793" y="4225"/>
                  <a:pt x="11793" y="8451"/>
                  <a:pt x="11793" y="12676"/>
                </a:cubicBezTo>
                <a:cubicBezTo>
                  <a:pt x="7862" y="12676"/>
                  <a:pt x="3931" y="12676"/>
                  <a:pt x="0" y="12676"/>
                </a:cubicBezTo>
                <a:cubicBezTo>
                  <a:pt x="0" y="8451"/>
                  <a:pt x="0" y="4225"/>
                  <a:pt x="0" y="0"/>
                </a:cubicBezTo>
                <a:close/>
              </a:path>
            </a:pathLst>
          </a:custGeom>
          <a:noFill/>
          <a:ln cap="rnd" w="52560">
            <a:solidFill>
              <a:srgbClr val="f8b622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3" name=""/>
          <p:cNvSpPr/>
          <p:nvPr/>
        </p:nvSpPr>
        <p:spPr>
          <a:xfrm>
            <a:off x="952920" y="838080"/>
            <a:ext cx="3739320" cy="4019040"/>
          </a:xfrm>
          <a:custGeom>
            <a:avLst/>
            <a:gdLst/>
            <a:ahLst/>
            <a:rect l="0" t="0" r="r" b="b"/>
            <a:pathLst>
              <a:path w="10387" h="11164">
                <a:moveTo>
                  <a:pt x="0" y="0"/>
                </a:moveTo>
                <a:cubicBezTo>
                  <a:pt x="3462" y="0"/>
                  <a:pt x="6924" y="0"/>
                  <a:pt x="10387" y="0"/>
                </a:cubicBezTo>
                <a:cubicBezTo>
                  <a:pt x="10387" y="3721"/>
                  <a:pt x="10387" y="7443"/>
                  <a:pt x="10387" y="11164"/>
                </a:cubicBezTo>
                <a:cubicBezTo>
                  <a:pt x="6924" y="11164"/>
                  <a:pt x="3462" y="11164"/>
                  <a:pt x="0" y="11164"/>
                </a:cubicBezTo>
                <a:cubicBezTo>
                  <a:pt x="0" y="7443"/>
                  <a:pt x="0" y="3721"/>
                  <a:pt x="0" y="0"/>
                </a:cubicBezTo>
                <a:close/>
              </a:path>
            </a:pathLst>
          </a:custGeom>
          <a:noFill/>
          <a:ln cap="rnd" w="52560">
            <a:solidFill>
              <a:srgbClr val="f8b622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4" name=""/>
          <p:cNvSpPr/>
          <p:nvPr/>
        </p:nvSpPr>
        <p:spPr>
          <a:xfrm>
            <a:off x="869040" y="748080"/>
            <a:ext cx="3907080" cy="4199400"/>
          </a:xfrm>
          <a:custGeom>
            <a:avLst/>
            <a:gdLst/>
            <a:ahLst/>
            <a:rect l="0" t="0" r="r" b="b"/>
            <a:pathLst>
              <a:path w="10853" h="11665">
                <a:moveTo>
                  <a:pt x="0" y="0"/>
                </a:moveTo>
                <a:cubicBezTo>
                  <a:pt x="3618" y="0"/>
                  <a:pt x="7235" y="0"/>
                  <a:pt x="10853" y="0"/>
                </a:cubicBezTo>
                <a:cubicBezTo>
                  <a:pt x="10853" y="3888"/>
                  <a:pt x="10853" y="7777"/>
                  <a:pt x="10853" y="11665"/>
                </a:cubicBezTo>
                <a:cubicBezTo>
                  <a:pt x="7235" y="11665"/>
                  <a:pt x="3618" y="11665"/>
                  <a:pt x="0" y="11665"/>
                </a:cubicBezTo>
                <a:cubicBezTo>
                  <a:pt x="0" y="7777"/>
                  <a:pt x="0" y="3888"/>
                  <a:pt x="0" y="0"/>
                </a:cubicBezTo>
                <a:close/>
              </a:path>
            </a:pathLst>
          </a:custGeom>
          <a:noFill/>
          <a:ln cap="rnd" w="23040">
            <a:solidFill>
              <a:srgbClr val="7f59ae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&lt;дата/время&gt;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&lt;нижний колонтитул&gt;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68EA10E3-D44C-44DD-A331-73AEED730DF6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&lt;номер&gt;</a:t>
            </a:fld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7269840" y="1080"/>
            <a:ext cx="2810160" cy="5669280"/>
          </a:xfrm>
          <a:custGeom>
            <a:avLst/>
            <a:gdLst/>
            <a:ahLst/>
            <a:rect l="0" t="0" r="r" b="b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&lt;дата/время&gt;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&lt;нижний колонтитул&gt;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426A8EAC-82B4-4F43-BD2F-3538EB1AF146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&lt;номер&gt;</a:t>
            </a:fld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"/>
          <p:cNvGrpSpPr/>
          <p:nvPr/>
        </p:nvGrpSpPr>
        <p:grpSpPr>
          <a:xfrm>
            <a:off x="6206040" y="668520"/>
            <a:ext cx="2409840" cy="4373280"/>
            <a:chOff x="6206040" y="668520"/>
            <a:chExt cx="2409840" cy="4373280"/>
          </a:xfrm>
        </p:grpSpPr>
        <p:sp>
          <p:nvSpPr>
            <p:cNvPr id="145" name=""/>
            <p:cNvSpPr/>
            <p:nvPr/>
          </p:nvSpPr>
          <p:spPr>
            <a:xfrm>
              <a:off x="7092720" y="81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06040" y="1687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7092720" y="264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206040" y="35186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7092720" y="6685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6206040" y="1540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7092720" y="2500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6206040" y="337140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55" name=""/>
          <p:cNvGrpSpPr/>
          <p:nvPr/>
        </p:nvGrpSpPr>
        <p:grpSpPr>
          <a:xfrm>
            <a:off x="9758160" y="210960"/>
            <a:ext cx="80640" cy="5248440"/>
            <a:chOff x="9758160" y="210960"/>
            <a:chExt cx="80640" cy="5248440"/>
          </a:xfrm>
        </p:grpSpPr>
        <p:sp>
          <p:nvSpPr>
            <p:cNvPr id="156" name=""/>
            <p:cNvSpPr/>
            <p:nvPr/>
          </p:nvSpPr>
          <p:spPr>
            <a:xfrm>
              <a:off x="9758160" y="28929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2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9758160" y="30844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1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9758160" y="25056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4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1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9758160" y="26967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6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9798480" y="3124800"/>
              <a:ext cx="0" cy="2334600"/>
            </a:xfrm>
            <a:custGeom>
              <a:avLst/>
              <a:gdLst/>
              <a:ahLst/>
              <a:rect l="0" t="0" r="r" b="b"/>
              <a:pathLst>
                <a:path fill="none" w="0" h="6485">
                  <a:moveTo>
                    <a:pt x="0" y="0"/>
                  </a:moveTo>
                  <a:cubicBezTo>
                    <a:pt x="0" y="2162"/>
                    <a:pt x="0" y="4323"/>
                    <a:pt x="0" y="6485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50040" bIns="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9798480" y="210960"/>
              <a:ext cx="0" cy="2334960"/>
            </a:xfrm>
            <a:custGeom>
              <a:avLst/>
              <a:gdLst/>
              <a:ahLst/>
              <a:rect l="0" t="0" r="r" b="b"/>
              <a:pathLst>
                <a:path fill="none" w="0" h="6486">
                  <a:moveTo>
                    <a:pt x="0" y="0"/>
                  </a:moveTo>
                  <a:cubicBezTo>
                    <a:pt x="0" y="2162"/>
                    <a:pt x="0" y="4324"/>
                    <a:pt x="0" y="6486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50040" bIns="5004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720" y="546588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Noto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Noto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Noto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Noto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&lt;дата/время&gt;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&lt;нижний колонтитул&gt;</a:t>
            </a:r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293C1DE8-B212-44AA-AF4A-AF5C83809869}" type="slidenum">
              <a:rPr b="0" lang="ru-RU" sz="1400" spc="-1" strike="noStrike">
                <a:solidFill>
                  <a:srgbClr val="000000"/>
                </a:solidFill>
                <a:latin typeface="Noto Sans"/>
              </a:rPr>
              <a:t>&lt;номер&gt;</a:t>
            </a:fld>
            <a:r>
              <a:rPr b="0" lang="ru-RU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1260000" y="3645360"/>
            <a:ext cx="2160000" cy="314640"/>
          </a:xfrm>
          <a:custGeom>
            <a:avLst/>
            <a:gdLst/>
            <a:ahLst/>
            <a:rect l="0" t="0" r="r" b="b"/>
            <a:pathLst>
              <a:path w="6000" h="874">
                <a:moveTo>
                  <a:pt x="3000" y="874"/>
                </a:moveTo>
                <a:lnTo>
                  <a:pt x="5423" y="874"/>
                </a:lnTo>
                <a:lnTo>
                  <a:pt x="5482" y="872"/>
                </a:lnTo>
                <a:lnTo>
                  <a:pt x="5539" y="866"/>
                </a:lnTo>
                <a:lnTo>
                  <a:pt x="5594" y="857"/>
                </a:lnTo>
                <a:lnTo>
                  <a:pt x="5648" y="844"/>
                </a:lnTo>
                <a:lnTo>
                  <a:pt x="5699" y="829"/>
                </a:lnTo>
                <a:lnTo>
                  <a:pt x="5745" y="810"/>
                </a:lnTo>
                <a:lnTo>
                  <a:pt x="5789" y="788"/>
                </a:lnTo>
                <a:lnTo>
                  <a:pt x="5831" y="764"/>
                </a:lnTo>
                <a:lnTo>
                  <a:pt x="5868" y="737"/>
                </a:lnTo>
                <a:lnTo>
                  <a:pt x="5902" y="709"/>
                </a:lnTo>
                <a:lnTo>
                  <a:pt x="5931" y="678"/>
                </a:lnTo>
                <a:lnTo>
                  <a:pt x="5954" y="645"/>
                </a:lnTo>
                <a:lnTo>
                  <a:pt x="5974" y="610"/>
                </a:lnTo>
                <a:lnTo>
                  <a:pt x="5988" y="575"/>
                </a:lnTo>
                <a:lnTo>
                  <a:pt x="5997" y="537"/>
                </a:lnTo>
                <a:lnTo>
                  <a:pt x="6000" y="499"/>
                </a:lnTo>
                <a:lnTo>
                  <a:pt x="6000" y="375"/>
                </a:lnTo>
                <a:lnTo>
                  <a:pt x="5997" y="337"/>
                </a:lnTo>
                <a:lnTo>
                  <a:pt x="5988" y="299"/>
                </a:lnTo>
                <a:lnTo>
                  <a:pt x="5974" y="264"/>
                </a:lnTo>
                <a:lnTo>
                  <a:pt x="5954" y="229"/>
                </a:lnTo>
                <a:lnTo>
                  <a:pt x="5931" y="196"/>
                </a:lnTo>
                <a:lnTo>
                  <a:pt x="5902" y="165"/>
                </a:lnTo>
                <a:lnTo>
                  <a:pt x="5868" y="137"/>
                </a:lnTo>
                <a:lnTo>
                  <a:pt x="5831" y="110"/>
                </a:lnTo>
                <a:lnTo>
                  <a:pt x="5789" y="86"/>
                </a:lnTo>
                <a:lnTo>
                  <a:pt x="5745" y="64"/>
                </a:lnTo>
                <a:lnTo>
                  <a:pt x="5699" y="45"/>
                </a:lnTo>
                <a:lnTo>
                  <a:pt x="5648" y="29"/>
                </a:lnTo>
                <a:lnTo>
                  <a:pt x="5594" y="17"/>
                </a:lnTo>
                <a:lnTo>
                  <a:pt x="5539" y="8"/>
                </a:lnTo>
                <a:lnTo>
                  <a:pt x="5482" y="2"/>
                </a:lnTo>
                <a:lnTo>
                  <a:pt x="5423" y="0"/>
                </a:lnTo>
                <a:lnTo>
                  <a:pt x="577" y="0"/>
                </a:lnTo>
                <a:lnTo>
                  <a:pt x="518" y="2"/>
                </a:lnTo>
                <a:lnTo>
                  <a:pt x="460" y="8"/>
                </a:lnTo>
                <a:lnTo>
                  <a:pt x="406" y="17"/>
                </a:lnTo>
                <a:lnTo>
                  <a:pt x="352" y="29"/>
                </a:lnTo>
                <a:lnTo>
                  <a:pt x="301" y="45"/>
                </a:lnTo>
                <a:lnTo>
                  <a:pt x="254" y="64"/>
                </a:lnTo>
                <a:lnTo>
                  <a:pt x="211" y="86"/>
                </a:lnTo>
                <a:lnTo>
                  <a:pt x="169" y="110"/>
                </a:lnTo>
                <a:lnTo>
                  <a:pt x="132" y="137"/>
                </a:lnTo>
                <a:lnTo>
                  <a:pt x="98" y="165"/>
                </a:lnTo>
                <a:lnTo>
                  <a:pt x="69" y="196"/>
                </a:lnTo>
                <a:lnTo>
                  <a:pt x="45" y="229"/>
                </a:lnTo>
                <a:lnTo>
                  <a:pt x="26" y="264"/>
                </a:lnTo>
                <a:lnTo>
                  <a:pt x="12" y="299"/>
                </a:lnTo>
                <a:lnTo>
                  <a:pt x="3" y="337"/>
                </a:lnTo>
                <a:lnTo>
                  <a:pt x="0" y="375"/>
                </a:lnTo>
                <a:lnTo>
                  <a:pt x="0" y="499"/>
                </a:lnTo>
                <a:lnTo>
                  <a:pt x="3" y="537"/>
                </a:lnTo>
                <a:lnTo>
                  <a:pt x="12" y="575"/>
                </a:lnTo>
                <a:lnTo>
                  <a:pt x="26" y="610"/>
                </a:lnTo>
                <a:lnTo>
                  <a:pt x="45" y="645"/>
                </a:lnTo>
                <a:lnTo>
                  <a:pt x="69" y="678"/>
                </a:lnTo>
                <a:lnTo>
                  <a:pt x="98" y="709"/>
                </a:lnTo>
                <a:lnTo>
                  <a:pt x="132" y="737"/>
                </a:lnTo>
                <a:lnTo>
                  <a:pt x="169" y="764"/>
                </a:lnTo>
                <a:lnTo>
                  <a:pt x="211" y="788"/>
                </a:lnTo>
                <a:lnTo>
                  <a:pt x="254" y="810"/>
                </a:lnTo>
                <a:lnTo>
                  <a:pt x="301" y="829"/>
                </a:lnTo>
                <a:lnTo>
                  <a:pt x="352" y="844"/>
                </a:lnTo>
                <a:lnTo>
                  <a:pt x="406" y="857"/>
                </a:lnTo>
                <a:lnTo>
                  <a:pt x="460" y="866"/>
                </a:lnTo>
                <a:lnTo>
                  <a:pt x="518" y="872"/>
                </a:lnTo>
                <a:lnTo>
                  <a:pt x="577" y="874"/>
                </a:lnTo>
                <a:lnTo>
                  <a:pt x="3000" y="874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zxx" sz="1500" spc="-1" strike="noStrike">
                <a:solidFill>
                  <a:srgbClr val="c9211e"/>
                </a:solidFill>
                <a:latin typeface="Noto Sans"/>
              </a:rPr>
              <a:t>Российская история</a:t>
            </a:r>
            <a:endParaRPr b="0" lang="ru-RU" sz="15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9" name=""/>
          <p:cNvSpPr/>
          <p:nvPr/>
        </p:nvSpPr>
        <p:spPr>
          <a:xfrm>
            <a:off x="1075320" y="4382280"/>
            <a:ext cx="1404720" cy="314640"/>
          </a:xfrm>
          <a:custGeom>
            <a:avLst/>
            <a:gdLst/>
            <a:ahLst/>
            <a:rect l="0" t="0" r="r" b="b"/>
            <a:pathLst>
              <a:path w="3902" h="874">
                <a:moveTo>
                  <a:pt x="1951" y="874"/>
                </a:moveTo>
                <a:lnTo>
                  <a:pt x="3527" y="874"/>
                </a:lnTo>
                <a:lnTo>
                  <a:pt x="3565" y="872"/>
                </a:lnTo>
                <a:lnTo>
                  <a:pt x="3602" y="866"/>
                </a:lnTo>
                <a:lnTo>
                  <a:pt x="3638" y="857"/>
                </a:lnTo>
                <a:lnTo>
                  <a:pt x="3673" y="844"/>
                </a:lnTo>
                <a:lnTo>
                  <a:pt x="3706" y="829"/>
                </a:lnTo>
                <a:lnTo>
                  <a:pt x="3736" y="810"/>
                </a:lnTo>
                <a:lnTo>
                  <a:pt x="3765" y="788"/>
                </a:lnTo>
                <a:lnTo>
                  <a:pt x="3792" y="764"/>
                </a:lnTo>
                <a:lnTo>
                  <a:pt x="3816" y="737"/>
                </a:lnTo>
                <a:lnTo>
                  <a:pt x="3838" y="709"/>
                </a:lnTo>
                <a:lnTo>
                  <a:pt x="3857" y="678"/>
                </a:lnTo>
                <a:lnTo>
                  <a:pt x="3872" y="645"/>
                </a:lnTo>
                <a:lnTo>
                  <a:pt x="3885" y="610"/>
                </a:lnTo>
                <a:lnTo>
                  <a:pt x="3894" y="575"/>
                </a:lnTo>
                <a:lnTo>
                  <a:pt x="3900" y="537"/>
                </a:lnTo>
                <a:lnTo>
                  <a:pt x="3902" y="499"/>
                </a:lnTo>
                <a:lnTo>
                  <a:pt x="3902" y="375"/>
                </a:lnTo>
                <a:lnTo>
                  <a:pt x="3900" y="337"/>
                </a:lnTo>
                <a:lnTo>
                  <a:pt x="3894" y="299"/>
                </a:lnTo>
                <a:lnTo>
                  <a:pt x="3885" y="264"/>
                </a:lnTo>
                <a:lnTo>
                  <a:pt x="3872" y="229"/>
                </a:lnTo>
                <a:lnTo>
                  <a:pt x="3857" y="196"/>
                </a:lnTo>
                <a:lnTo>
                  <a:pt x="3838" y="165"/>
                </a:lnTo>
                <a:lnTo>
                  <a:pt x="3816" y="137"/>
                </a:lnTo>
                <a:lnTo>
                  <a:pt x="3792" y="110"/>
                </a:lnTo>
                <a:lnTo>
                  <a:pt x="3765" y="86"/>
                </a:lnTo>
                <a:lnTo>
                  <a:pt x="3736" y="64"/>
                </a:lnTo>
                <a:lnTo>
                  <a:pt x="3706" y="45"/>
                </a:lnTo>
                <a:lnTo>
                  <a:pt x="3673" y="29"/>
                </a:lnTo>
                <a:lnTo>
                  <a:pt x="3638" y="17"/>
                </a:lnTo>
                <a:lnTo>
                  <a:pt x="3602" y="8"/>
                </a:lnTo>
                <a:lnTo>
                  <a:pt x="3565" y="2"/>
                </a:lnTo>
                <a:lnTo>
                  <a:pt x="3527" y="0"/>
                </a:lnTo>
                <a:lnTo>
                  <a:pt x="375" y="0"/>
                </a:lnTo>
                <a:lnTo>
                  <a:pt x="337" y="2"/>
                </a:lnTo>
                <a:lnTo>
                  <a:pt x="299" y="8"/>
                </a:lnTo>
                <a:lnTo>
                  <a:pt x="264" y="17"/>
                </a:lnTo>
                <a:lnTo>
                  <a:pt x="229" y="29"/>
                </a:lnTo>
                <a:lnTo>
                  <a:pt x="196" y="45"/>
                </a:lnTo>
                <a:lnTo>
                  <a:pt x="165" y="64"/>
                </a:lnTo>
                <a:lnTo>
                  <a:pt x="137" y="86"/>
                </a:lnTo>
                <a:lnTo>
                  <a:pt x="110" y="110"/>
                </a:lnTo>
                <a:lnTo>
                  <a:pt x="86" y="137"/>
                </a:lnTo>
                <a:lnTo>
                  <a:pt x="64" y="165"/>
                </a:lnTo>
                <a:lnTo>
                  <a:pt x="45" y="196"/>
                </a:lnTo>
                <a:lnTo>
                  <a:pt x="29" y="229"/>
                </a:lnTo>
                <a:lnTo>
                  <a:pt x="17" y="264"/>
                </a:lnTo>
                <a:lnTo>
                  <a:pt x="8" y="299"/>
                </a:lnTo>
                <a:lnTo>
                  <a:pt x="2" y="337"/>
                </a:lnTo>
                <a:lnTo>
                  <a:pt x="0" y="375"/>
                </a:lnTo>
                <a:lnTo>
                  <a:pt x="0" y="499"/>
                </a:lnTo>
                <a:lnTo>
                  <a:pt x="2" y="537"/>
                </a:lnTo>
                <a:lnTo>
                  <a:pt x="8" y="575"/>
                </a:lnTo>
                <a:lnTo>
                  <a:pt x="17" y="610"/>
                </a:lnTo>
                <a:lnTo>
                  <a:pt x="29" y="645"/>
                </a:lnTo>
                <a:lnTo>
                  <a:pt x="45" y="678"/>
                </a:lnTo>
                <a:lnTo>
                  <a:pt x="64" y="709"/>
                </a:lnTo>
                <a:lnTo>
                  <a:pt x="86" y="737"/>
                </a:lnTo>
                <a:lnTo>
                  <a:pt x="110" y="764"/>
                </a:lnTo>
                <a:lnTo>
                  <a:pt x="137" y="788"/>
                </a:lnTo>
                <a:lnTo>
                  <a:pt x="165" y="810"/>
                </a:lnTo>
                <a:lnTo>
                  <a:pt x="196" y="829"/>
                </a:lnTo>
                <a:lnTo>
                  <a:pt x="229" y="844"/>
                </a:lnTo>
                <a:lnTo>
                  <a:pt x="264" y="857"/>
                </a:lnTo>
                <a:lnTo>
                  <a:pt x="299" y="866"/>
                </a:lnTo>
                <a:lnTo>
                  <a:pt x="337" y="872"/>
                </a:lnTo>
                <a:lnTo>
                  <a:pt x="375" y="874"/>
                </a:lnTo>
                <a:lnTo>
                  <a:pt x="1951" y="874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zxx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70" name=""/>
          <p:cNvGrpSpPr/>
          <p:nvPr/>
        </p:nvGrpSpPr>
        <p:grpSpPr>
          <a:xfrm>
            <a:off x="1451160" y="4767480"/>
            <a:ext cx="652680" cy="79920"/>
            <a:chOff x="1451160" y="4767480"/>
            <a:chExt cx="652680" cy="79920"/>
          </a:xfrm>
        </p:grpSpPr>
        <p:sp>
          <p:nvSpPr>
            <p:cNvPr id="171" name=""/>
            <p:cNvSpPr/>
            <p:nvPr/>
          </p:nvSpPr>
          <p:spPr>
            <a:xfrm>
              <a:off x="164052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4" y="23"/>
                  </a:lnTo>
                  <a:lnTo>
                    <a:pt x="50" y="19"/>
                  </a:lnTo>
                  <a:lnTo>
                    <a:pt x="56" y="15"/>
                  </a:lnTo>
                  <a:lnTo>
                    <a:pt x="62" y="11"/>
                  </a:lnTo>
                  <a:lnTo>
                    <a:pt x="69" y="8"/>
                  </a:lnTo>
                  <a:lnTo>
                    <a:pt x="76" y="6"/>
                  </a:lnTo>
                  <a:lnTo>
                    <a:pt x="83" y="4"/>
                  </a:lnTo>
                  <a:lnTo>
                    <a:pt x="90" y="2"/>
                  </a:lnTo>
                  <a:lnTo>
                    <a:pt x="97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1" y="62"/>
                  </a:lnTo>
                  <a:lnTo>
                    <a:pt x="214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4" y="153"/>
                  </a:lnTo>
                  <a:lnTo>
                    <a:pt x="211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7" y="221"/>
                  </a:lnTo>
                  <a:lnTo>
                    <a:pt x="90" y="220"/>
                  </a:lnTo>
                  <a:lnTo>
                    <a:pt x="83" y="218"/>
                  </a:lnTo>
                  <a:lnTo>
                    <a:pt x="76" y="216"/>
                  </a:lnTo>
                  <a:lnTo>
                    <a:pt x="69" y="214"/>
                  </a:lnTo>
                  <a:lnTo>
                    <a:pt x="62" y="211"/>
                  </a:lnTo>
                  <a:lnTo>
                    <a:pt x="56" y="207"/>
                  </a:lnTo>
                  <a:lnTo>
                    <a:pt x="50" y="203"/>
                  </a:lnTo>
                  <a:lnTo>
                    <a:pt x="44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145116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4" y="23"/>
                  </a:lnTo>
                  <a:lnTo>
                    <a:pt x="50" y="19"/>
                  </a:lnTo>
                  <a:lnTo>
                    <a:pt x="56" y="15"/>
                  </a:lnTo>
                  <a:lnTo>
                    <a:pt x="62" y="11"/>
                  </a:lnTo>
                  <a:lnTo>
                    <a:pt x="69" y="8"/>
                  </a:lnTo>
                  <a:lnTo>
                    <a:pt x="76" y="6"/>
                  </a:lnTo>
                  <a:lnTo>
                    <a:pt x="83" y="4"/>
                  </a:lnTo>
                  <a:lnTo>
                    <a:pt x="90" y="2"/>
                  </a:lnTo>
                  <a:lnTo>
                    <a:pt x="97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1" y="62"/>
                  </a:lnTo>
                  <a:lnTo>
                    <a:pt x="214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4" y="153"/>
                  </a:lnTo>
                  <a:lnTo>
                    <a:pt x="211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7" y="221"/>
                  </a:lnTo>
                  <a:lnTo>
                    <a:pt x="90" y="220"/>
                  </a:lnTo>
                  <a:lnTo>
                    <a:pt x="83" y="218"/>
                  </a:lnTo>
                  <a:lnTo>
                    <a:pt x="76" y="216"/>
                  </a:lnTo>
                  <a:lnTo>
                    <a:pt x="69" y="214"/>
                  </a:lnTo>
                  <a:lnTo>
                    <a:pt x="62" y="211"/>
                  </a:lnTo>
                  <a:lnTo>
                    <a:pt x="56" y="207"/>
                  </a:lnTo>
                  <a:lnTo>
                    <a:pt x="50" y="203"/>
                  </a:lnTo>
                  <a:lnTo>
                    <a:pt x="44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2024280" y="4767480"/>
              <a:ext cx="79560" cy="79920"/>
            </a:xfrm>
            <a:custGeom>
              <a:avLst/>
              <a:gdLst/>
              <a:ahLst/>
              <a:rect l="0" t="0" r="r" b="b"/>
              <a:pathLst>
                <a:path w="221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3" y="23"/>
                  </a:lnTo>
                  <a:lnTo>
                    <a:pt x="49" y="19"/>
                  </a:lnTo>
                  <a:lnTo>
                    <a:pt x="55" y="15"/>
                  </a:lnTo>
                  <a:lnTo>
                    <a:pt x="61" y="11"/>
                  </a:lnTo>
                  <a:lnTo>
                    <a:pt x="68" y="8"/>
                  </a:lnTo>
                  <a:lnTo>
                    <a:pt x="75" y="6"/>
                  </a:lnTo>
                  <a:lnTo>
                    <a:pt x="82" y="4"/>
                  </a:lnTo>
                  <a:lnTo>
                    <a:pt x="89" y="2"/>
                  </a:lnTo>
                  <a:lnTo>
                    <a:pt x="96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0" y="62"/>
                  </a:lnTo>
                  <a:lnTo>
                    <a:pt x="213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19" y="89"/>
                  </a:lnTo>
                  <a:lnTo>
                    <a:pt x="220" y="96"/>
                  </a:lnTo>
                  <a:lnTo>
                    <a:pt x="221" y="104"/>
                  </a:lnTo>
                  <a:lnTo>
                    <a:pt x="221" y="111"/>
                  </a:lnTo>
                  <a:lnTo>
                    <a:pt x="221" y="118"/>
                  </a:lnTo>
                  <a:lnTo>
                    <a:pt x="220" y="125"/>
                  </a:lnTo>
                  <a:lnTo>
                    <a:pt x="219" y="132"/>
                  </a:lnTo>
                  <a:lnTo>
                    <a:pt x="217" y="139"/>
                  </a:lnTo>
                  <a:lnTo>
                    <a:pt x="215" y="146"/>
                  </a:lnTo>
                  <a:lnTo>
                    <a:pt x="213" y="153"/>
                  </a:lnTo>
                  <a:lnTo>
                    <a:pt x="210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6" y="221"/>
                  </a:lnTo>
                  <a:lnTo>
                    <a:pt x="89" y="220"/>
                  </a:lnTo>
                  <a:lnTo>
                    <a:pt x="82" y="218"/>
                  </a:lnTo>
                  <a:lnTo>
                    <a:pt x="75" y="216"/>
                  </a:lnTo>
                  <a:lnTo>
                    <a:pt x="68" y="214"/>
                  </a:lnTo>
                  <a:lnTo>
                    <a:pt x="61" y="211"/>
                  </a:lnTo>
                  <a:lnTo>
                    <a:pt x="55" y="207"/>
                  </a:lnTo>
                  <a:lnTo>
                    <a:pt x="49" y="203"/>
                  </a:lnTo>
                  <a:lnTo>
                    <a:pt x="43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183492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3" y="23"/>
                  </a:lnTo>
                  <a:lnTo>
                    <a:pt x="49" y="19"/>
                  </a:lnTo>
                  <a:lnTo>
                    <a:pt x="55" y="15"/>
                  </a:lnTo>
                  <a:lnTo>
                    <a:pt x="61" y="11"/>
                  </a:lnTo>
                  <a:lnTo>
                    <a:pt x="68" y="8"/>
                  </a:lnTo>
                  <a:lnTo>
                    <a:pt x="75" y="6"/>
                  </a:lnTo>
                  <a:lnTo>
                    <a:pt x="82" y="4"/>
                  </a:lnTo>
                  <a:lnTo>
                    <a:pt x="89" y="2"/>
                  </a:lnTo>
                  <a:lnTo>
                    <a:pt x="96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0" y="62"/>
                  </a:lnTo>
                  <a:lnTo>
                    <a:pt x="213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3" y="153"/>
                  </a:lnTo>
                  <a:lnTo>
                    <a:pt x="210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6" y="221"/>
                  </a:lnTo>
                  <a:lnTo>
                    <a:pt x="89" y="220"/>
                  </a:lnTo>
                  <a:lnTo>
                    <a:pt x="82" y="218"/>
                  </a:lnTo>
                  <a:lnTo>
                    <a:pt x="75" y="216"/>
                  </a:lnTo>
                  <a:lnTo>
                    <a:pt x="68" y="214"/>
                  </a:lnTo>
                  <a:lnTo>
                    <a:pt x="61" y="211"/>
                  </a:lnTo>
                  <a:lnTo>
                    <a:pt x="55" y="207"/>
                  </a:lnTo>
                  <a:lnTo>
                    <a:pt x="49" y="203"/>
                  </a:lnTo>
                  <a:lnTo>
                    <a:pt x="43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80000" y="563400"/>
            <a:ext cx="3780000" cy="23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zxx" sz="6700" spc="-1" strike="noStrike">
                <a:solidFill>
                  <a:srgbClr val="ffffff"/>
                </a:solidFill>
                <a:latin typeface="Noto Sans"/>
              </a:rPr>
              <a:t>ДОРОГА</a:t>
            </a:r>
            <a:endParaRPr b="0" lang="ru-RU" sz="6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828000" y="1981080"/>
            <a:ext cx="367200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zxx" sz="4400" spc="-1" strike="noStrike">
                <a:solidFill>
                  <a:srgbClr val="fe7130"/>
                </a:solidFill>
                <a:latin typeface="Noto Sans"/>
              </a:rPr>
              <a:t>ЖИЗНИ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3600000" y="961200"/>
            <a:ext cx="8437320" cy="470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-665640" y="0"/>
            <a:ext cx="10743480" cy="599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76720" y="229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Noto Sans"/>
              </a:rPr>
              <a:t>THANK YOU</a:t>
            </a:r>
            <a:endParaRPr b="0" lang="ru-RU" sz="4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80" name=""/>
          <p:cNvGrpSpPr/>
          <p:nvPr/>
        </p:nvGrpSpPr>
        <p:grpSpPr>
          <a:xfrm>
            <a:off x="4745520" y="286560"/>
            <a:ext cx="659520" cy="80280"/>
            <a:chOff x="4745520" y="286560"/>
            <a:chExt cx="659520" cy="80280"/>
          </a:xfrm>
        </p:grpSpPr>
        <p:sp>
          <p:nvSpPr>
            <p:cNvPr id="181" name=""/>
            <p:cNvSpPr/>
            <p:nvPr/>
          </p:nvSpPr>
          <p:spPr>
            <a:xfrm>
              <a:off x="513288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8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1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6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3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200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532440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9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2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474552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9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2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493704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8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1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4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1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8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85" name=""/>
          <p:cNvGrpSpPr/>
          <p:nvPr/>
        </p:nvGrpSpPr>
        <p:grpSpPr>
          <a:xfrm>
            <a:off x="1888920" y="3324600"/>
            <a:ext cx="6372720" cy="127800"/>
            <a:chOff x="1888920" y="3324600"/>
            <a:chExt cx="6372720" cy="127800"/>
          </a:xfrm>
        </p:grpSpPr>
        <p:sp>
          <p:nvSpPr>
            <p:cNvPr id="186" name=""/>
            <p:cNvSpPr/>
            <p:nvPr/>
          </p:nvSpPr>
          <p:spPr>
            <a:xfrm>
              <a:off x="516672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9" y="0"/>
                    <a:pt x="178" y="0"/>
                  </a:cubicBezTo>
                  <a:cubicBezTo>
                    <a:pt x="146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9" y="239"/>
                    <a:pt x="24" y="266"/>
                  </a:cubicBezTo>
                  <a:cubicBezTo>
                    <a:pt x="40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8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6" y="293"/>
                    <a:pt x="331" y="266"/>
                  </a:cubicBezTo>
                  <a:cubicBezTo>
                    <a:pt x="347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546984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9" y="0"/>
                    <a:pt x="178" y="0"/>
                  </a:cubicBezTo>
                  <a:cubicBezTo>
                    <a:pt x="147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9" y="239"/>
                    <a:pt x="24" y="266"/>
                  </a:cubicBezTo>
                  <a:cubicBezTo>
                    <a:pt x="40" y="293"/>
                    <a:pt x="62" y="315"/>
                    <a:pt x="89" y="331"/>
                  </a:cubicBezTo>
                  <a:cubicBezTo>
                    <a:pt x="116" y="346"/>
                    <a:pt x="147" y="355"/>
                    <a:pt x="178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6" y="293"/>
                    <a:pt x="331" y="266"/>
                  </a:cubicBezTo>
                  <a:cubicBezTo>
                    <a:pt x="347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455292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8" y="0"/>
                    <a:pt x="177" y="0"/>
                  </a:cubicBezTo>
                  <a:cubicBezTo>
                    <a:pt x="146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8" y="239"/>
                    <a:pt x="24" y="266"/>
                  </a:cubicBezTo>
                  <a:cubicBezTo>
                    <a:pt x="39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7" y="355"/>
                  </a:cubicBezTo>
                  <a:cubicBezTo>
                    <a:pt x="208" y="355"/>
                    <a:pt x="239" y="346"/>
                    <a:pt x="266" y="331"/>
                  </a:cubicBezTo>
                  <a:cubicBezTo>
                    <a:pt x="293" y="315"/>
                    <a:pt x="315" y="293"/>
                    <a:pt x="331" y="266"/>
                  </a:cubicBezTo>
                  <a:cubicBezTo>
                    <a:pt x="346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485604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8" y="0"/>
                    <a:pt x="177" y="0"/>
                  </a:cubicBezTo>
                  <a:cubicBezTo>
                    <a:pt x="145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8" y="239"/>
                    <a:pt x="24" y="266"/>
                  </a:cubicBezTo>
                  <a:cubicBezTo>
                    <a:pt x="39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7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5" y="293"/>
                    <a:pt x="331" y="266"/>
                  </a:cubicBezTo>
                  <a:cubicBezTo>
                    <a:pt x="346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5926680" y="341208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26280">
              <a:solidFill>
                <a:srgbClr val="f8b621"/>
              </a:solidFill>
              <a:round/>
            </a:ln>
          </p:spPr>
          <p:txBody>
            <a:bodyPr lIns="102960" rIns="102960" tIns="-57960" bIns="-5796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1888920" y="341208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26280">
              <a:solidFill>
                <a:srgbClr val="7f59ae"/>
              </a:solidFill>
              <a:round/>
            </a:ln>
          </p:spPr>
          <p:txBody>
            <a:bodyPr lIns="102960" rIns="102960" tIns="-57960" bIns="-57960" anchor="ctr" anchorCtr="1">
              <a:noAutofit/>
            </a:bodyPr>
            <a:p>
              <a:endParaRPr b="0" lang="ru-RU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2026-08-27T18:46:19Z</dcterms:created>
  <dc:creator/>
  <dc:description/>
  <dc:language>ru-RU</dc:language>
  <cp:lastModifiedBy/>
  <dcterms:modified xsi:type="dcterms:W3CDTF">2026-08-27T18:49:30Z</dcterms:modified>
  <cp:revision>2</cp:revision>
  <dc:subject/>
  <dc:title>Candy</dc:title>
</cp:coreProperties>
</file>